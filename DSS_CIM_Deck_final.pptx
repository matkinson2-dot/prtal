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Dashmir Dalipi, CEO: founded DSS - IT &amp; Cyber Security Management in 2019. 20+ years in healthcare IT; previously Director of IT / Chief Information Security at ProHEALTH Care.</a:t>
            </a:r>
          </a:p>
          <a:p>
            <a:r>
              <a:rPr lang="en-US" dirty="0"/>
              <a:t>Jose Ra, Director of Operations.</a:t>
            </a:r>
          </a:p>
          <a:p>
            <a:r>
              <a:rPr lang="en-US" dirty="0"/>
              <a:t>Sajid Kakana, Level 3 Systems Administrator.</a:t>
            </a:r>
          </a:p>
          <a:p>
            <a:r>
              <a:rPr lang="en-US" dirty="0"/>
              <a:t>Headshots are initials placeholders: right-click a circle &gt; Change Picture to drop in a photo; the circle crop and size are kept.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0" Type="http://schemas.openxmlformats.org/officeDocument/2006/relationships/image" Target="../media/leader-1.png"/><Relationship Id="rId11" Type="http://schemas.openxmlformats.org/officeDocument/2006/relationships/image" Target="../media/leader-2.png"/><Relationship Id="rId12" Type="http://schemas.openxmlformats.org/officeDocument/2006/relationships/image" Target="../media/leader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0ee671-14e5-50f2-92d6-eb46531718ab/scratchpad/dss_deck/pptx_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0ee671-14e5-50f2-92d6-eb46531718ab/scratchpad/dss_deck/pptx_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0ee671-14e5-50f2-92d6-eb46531718ab/scratchpad/dss_deck/pptx_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0ee671-14e5-50f2-92d6-eb46531718ab/scratchpad/dss_deck/pptx_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0ee671-14e5-50f2-92d6-eb46531718ab/scratchpad/dss_deck/pptx_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0ee671-14e5-50f2-92d6-eb46531718ab/scratchpad/dss_deck/pptx_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0ee671-14e5-50f2-92d6-eb46531718ab/scratchpad/dss_deck/pptx_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0ee671-14e5-50f2-92d6-eb46531718ab/scratchpad/dss_deck/pptx_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0ee671-14e5-50f2-92d6-eb46531718ab/scratchpad/dss_deck/pptx_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762000" y="670560"/>
            <a:ext cx="5486400" cy="1584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400" b="1" spc="600" dirty="0">
                <a:solidFill>
                  <a:srgbClr val="2F7BD8"/>
                </a:solidFill>
                <a:latin typeface="Arial"/>
                <a:cs typeface="Arial"/>
              </a:rPr>
              <a:t>LEADERSHIP TEAM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762000" y="975360"/>
            <a:ext cx="9144000" cy="48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4400" b="1" spc="-50" dirty="0">
                <a:solidFill>
                  <a:srgbClr val="111B2E"/>
                </a:solidFill>
                <a:latin typeface="Arial"/>
                <a:cs typeface="Arial"/>
              </a:rPr>
              <a:t>Leadership Team</a:t>
            </a:r>
          </a:p>
        </p:txBody>
      </p:sp>
      <p:sp>
        <p:nvSpPr>
          <p:cNvPr id="5" name="Shape 5"/>
          <p:cNvSpPr/>
          <p:nvPr/>
        </p:nvSpPr>
        <p:spPr>
          <a:xfrm>
            <a:off x="762000" y="1828800"/>
            <a:ext cx="3432048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3EF"/>
            </a:solidFill>
          </a:ln>
        </p:spPr>
      </p:sp>
      <p:pic>
        <p:nvPicPr>
          <p:cNvPr id="6" name="Headshot - Dashmir Dalipi" descr="Headshot - Dashmir Dalipi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1304" y="2048256"/>
            <a:ext cx="853440" cy="853440"/>
          </a:xfrm>
          <a:prstGeom prst="ellipse">
            <a:avLst/>
          </a:prstGeom>
          <a:ln w="28575">
            <a:solidFill>
              <a:srgbClr val="FFFFFF"/>
            </a:solidFill>
          </a:ln>
          <a:effectLst>
            <a:outerShdw blurRad="76200" dist="12700" dir="5400000" algn="ctr" rotWithShape="0">
              <a:srgbClr val="1B2A4A">
                <a:alpha val="14000"/>
              </a:srgbClr>
            </a:outerShdw>
          </a:effectLst>
        </p:spPr>
      </p:pic>
      <p:sp>
        <p:nvSpPr>
          <p:cNvPr id="7" name="Text 7"/>
          <p:cNvSpPr txBox="1"/>
          <p:nvPr/>
        </p:nvSpPr>
        <p:spPr>
          <a:xfrm>
            <a:off x="883920" y="2987040"/>
            <a:ext cx="3188208" cy="2072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800" b="1" spc="0" dirty="0">
                <a:solidFill>
                  <a:srgbClr val="111B2E"/>
                </a:solidFill>
                <a:latin typeface="Arial"/>
                <a:cs typeface="Arial"/>
              </a:rPr>
              <a:t>Dashmir Dalipi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883920" y="3279648"/>
            <a:ext cx="3188208" cy="1706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400" b="0" spc="0" dirty="0">
                <a:solidFill>
                  <a:srgbClr val="55627A"/>
                </a:solidFill>
                <a:latin typeface="Arial"/>
                <a:cs typeface="Arial"/>
              </a:rPr>
              <a:t>Chief Executive Officer</a:t>
            </a:r>
          </a:p>
        </p:txBody>
      </p:sp>
      <p:sp>
        <p:nvSpPr>
          <p:cNvPr id="9" name="Shape 9"/>
          <p:cNvSpPr/>
          <p:nvPr/>
        </p:nvSpPr>
        <p:spPr>
          <a:xfrm>
            <a:off x="4376928" y="1828800"/>
            <a:ext cx="3432048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3EF"/>
            </a:solidFill>
          </a:ln>
        </p:spPr>
      </p:sp>
      <p:pic>
        <p:nvPicPr>
          <p:cNvPr id="10" name="Headshot - Jose Ra" descr="Headshot - Jose Ra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66232" y="2048256"/>
            <a:ext cx="853440" cy="853440"/>
          </a:xfrm>
          <a:prstGeom prst="ellipse">
            <a:avLst/>
          </a:prstGeom>
          <a:ln w="28575">
            <a:solidFill>
              <a:srgbClr val="FFFFFF"/>
            </a:solidFill>
          </a:ln>
          <a:effectLst>
            <a:outerShdw blurRad="76200" dist="12700" dir="5400000" algn="ctr" rotWithShape="0">
              <a:srgbClr val="1B2A4A">
                <a:alpha val="14000"/>
              </a:srgbClr>
            </a:outerShdw>
          </a:effectLst>
        </p:spPr>
      </p:pic>
      <p:sp>
        <p:nvSpPr>
          <p:cNvPr id="11" name="Text 11"/>
          <p:cNvSpPr txBox="1"/>
          <p:nvPr/>
        </p:nvSpPr>
        <p:spPr>
          <a:xfrm>
            <a:off x="4498848" y="2987040"/>
            <a:ext cx="3188208" cy="2072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800" b="1" spc="0" dirty="0">
                <a:solidFill>
                  <a:srgbClr val="111B2E"/>
                </a:solidFill>
                <a:latin typeface="Arial"/>
                <a:cs typeface="Arial"/>
              </a:rPr>
              <a:t>Jose Ra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4498848" y="3279648"/>
            <a:ext cx="3188208" cy="1706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400" b="0" spc="0" dirty="0">
                <a:solidFill>
                  <a:srgbClr val="55627A"/>
                </a:solidFill>
                <a:latin typeface="Arial"/>
                <a:cs typeface="Arial"/>
              </a:rPr>
              <a:t>Director of Operations</a:t>
            </a:r>
          </a:p>
        </p:txBody>
      </p:sp>
      <p:sp>
        <p:nvSpPr>
          <p:cNvPr id="13" name="Shape 13"/>
          <p:cNvSpPr/>
          <p:nvPr/>
        </p:nvSpPr>
        <p:spPr>
          <a:xfrm>
            <a:off x="7991856" y="1828800"/>
            <a:ext cx="3432048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3EF"/>
            </a:solidFill>
          </a:ln>
        </p:spPr>
      </p:sp>
      <p:pic>
        <p:nvPicPr>
          <p:cNvPr id="14" name="Headshot - Sajid Kakana" descr="Headshot - Sajid Kakana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81160" y="2048256"/>
            <a:ext cx="853440" cy="853440"/>
          </a:xfrm>
          <a:prstGeom prst="ellipse">
            <a:avLst/>
          </a:prstGeom>
          <a:ln w="28575">
            <a:solidFill>
              <a:srgbClr val="FFFFFF"/>
            </a:solidFill>
          </a:ln>
          <a:effectLst>
            <a:outerShdw blurRad="76200" dist="12700" dir="5400000" algn="ctr" rotWithShape="0">
              <a:srgbClr val="1B2A4A">
                <a:alpha val="14000"/>
              </a:srgbClr>
            </a:outerShdw>
          </a:effectLst>
        </p:spPr>
      </p:pic>
      <p:sp>
        <p:nvSpPr>
          <p:cNvPr id="15" name="Text 15"/>
          <p:cNvSpPr txBox="1"/>
          <p:nvPr/>
        </p:nvSpPr>
        <p:spPr>
          <a:xfrm>
            <a:off x="8113776" y="2987040"/>
            <a:ext cx="3188208" cy="2072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800" b="1" spc="0" dirty="0">
                <a:solidFill>
                  <a:srgbClr val="111B2E"/>
                </a:solidFill>
                <a:latin typeface="Arial"/>
                <a:cs typeface="Arial"/>
              </a:rPr>
              <a:t>Sajid Kakana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8113776" y="3279648"/>
            <a:ext cx="3188208" cy="1706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400" b="0" spc="0" dirty="0">
                <a:solidFill>
                  <a:srgbClr val="55627A"/>
                </a:solidFill>
                <a:latin typeface="Arial"/>
                <a:cs typeface="Arial"/>
              </a:rPr>
              <a:t>Level 3 Systems Administrator</a:t>
            </a:r>
          </a:p>
        </p:txBody>
      </p:sp>
      <p:sp>
        <p:nvSpPr>
          <p:cNvPr id="17" name="Shape 17"/>
          <p:cNvSpPr/>
          <p:nvPr/>
        </p:nvSpPr>
        <p:spPr>
          <a:xfrm>
            <a:off x="762000" y="6333744"/>
            <a:ext cx="10668000" cy="1219"/>
          </a:xfrm>
          <a:prstGeom prst="rect">
            <a:avLst/>
          </a:prstGeom>
          <a:solidFill>
            <a:srgbClr val="E3E7F0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762000" y="6473952"/>
            <a:ext cx="3657600" cy="134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100" b="0" spc="0" dirty="0">
                <a:solidFill>
                  <a:srgbClr val="A9B6CC"/>
                </a:solidFill>
                <a:latin typeface="Arial"/>
                <a:cs typeface="Arial"/>
              </a:rPr>
              <a:t>DSS · Confidential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9601200" y="6473952"/>
            <a:ext cx="1828800" cy="134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100" b="0" spc="0" dirty="0">
                <a:solidFill>
                  <a:srgbClr val="A9B6CC"/>
                </a:solidFill>
                <a:latin typeface="Arial"/>
                <a:cs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0ee671-14e5-50f2-92d6-eb46531718ab/scratchpad/dss_deck/pptx_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0ee671-14e5-50f2-92d6-eb46531718ab/scratchpad/dss_deck/pptx_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2026-09-23T21:28:59Z</dcterms:created>
  <dcterms:modified xsi:type="dcterms:W3CDTF">2026-09-23T21:28:59Z</dcterms:modified>
</cp:coreProperties>
</file>